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\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Microsoft Office PowerPoint</Application>
  <PresentationFormat>On-screen Show (16:9)</PresentationFormat>
  <Paragraphs>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Magra</vt:lpstr>
      <vt:lpstr>Arial</vt:lpstr>
      <vt:lpstr>Simple Light</vt:lpstr>
      <vt:lpstr>CAPEX PLAN Presentation :  Budget 27-31</vt:lpstr>
      <vt:lpstr> </vt:lpstr>
    </vt:vector>
  </TitlesOfParts>
  <LinksUpToDate>false</LinksUpToDate>
  <SharedDoc>false</SharedDoc>
  <HyperlinksChanged>false</HyperlinksChanged>
  <AppVersion>16.0000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Alexandre Moreau</dc:creator>
  <cp:lastModifiedBy>Pham Thi Van Anh</cp:lastModifiedBy>
  <cp:revision>1</cp:revision>
  <dcterms:modified xsi:type="dcterms:W3CDTF">2026-08-27T03:17:47Z</dcterms:modified>
</cp:coreProperties>
</file>

<file path=ppt\_rels\presentation.xml.rels>&#65279;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presProps" Target="presProps.xml"/>
  <Relationship Id="rId3" Type="http://schemas.openxmlformats.org/officeDocument/2006/relationships/viewProps" Target="viewProps.xml"/>
  <Relationship Id="rId4" Type="http://schemas.openxmlformats.org/officeDocument/2006/relationships/theme" Target="theme/theme1.xml"/>
  <Relationship Id="rId5" Type="http://schemas.openxmlformats.org/officeDocument/2006/relationships/tableStyles" Target="tableStyles.xml"/>
  <Relationship Id="rId7" Type="http://schemas.openxmlformats.org/officeDocument/2006/relationships/slide" Target="slides/slide1.xml"/>
  <Relationship Id="rId8" Type="http://schemas.openxmlformats.org/officeDocument/2006/relationships/slide" Target="slides/slide2.xml"/>
  <Relationship Id="rId9" Type="http://schemas.openxmlformats.org/officeDocument/2006/relationships/slide" Target="slides/slide3.xml"/>
  <Relationship Id="rId10" Type="http://schemas.openxmlformats.org/officeDocument/2006/relationships/slide" Target="slides/slide4.xml"/>
  <Relationship Id="rId11" Type="http://schemas.openxmlformats.org/officeDocument/2006/relationships/slide" Target="slides/slide5.xml"/>
  <Relationship Id="rId12" Type="http://schemas.openxmlformats.org/officeDocument/2006/relationships/slide" Target="slides/slide6.xml"/>
  <Relationship Id="rId13" Type="http://schemas.openxmlformats.org/officeDocument/2006/relationships/slide" Target="slides/slide7.xml"/>
  <Relationship Id="rId14" Type="http://schemas.openxmlformats.org/officeDocument/2006/relationships/slide" Target="slides/slide8.xml"/>
  <Relationship Id="rId15" Type="http://schemas.openxmlformats.org/officeDocument/2006/relationships/slide" Target="slides/slide9.xml"/>
  <Relationship Id="rId16" Type="http://schemas.openxmlformats.org/officeDocument/2006/relationships/slide" Target="slides/slide10.xml"/>
  <Relationship Id="rId17" Type="http://schemas.openxmlformats.org/officeDocument/2006/relationships/slide" Target="slides/slide11.xml"/>
  <Relationship Id="rId18" Type="http://schemas.openxmlformats.org/officeDocument/2006/relationships/slide" Target="slides/slide12.xml"/>
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  <Relationship Id="rId38" Type="http://schemas.openxmlformats.org/officeDocument/2006/relationships/slide" Target="slides/slide32.xml"/>
  <Relationship Id="rId39" Type="http://schemas.openxmlformats.org/officeDocument/2006/relationships/slide" Target="slides/slide33.xml"/>
  <Relationship Id="rId40" Type="http://schemas.openxmlformats.org/officeDocument/2006/relationships/slide" Target="slides/slide34.xml"/>
  <Relationship Id="rId41" Type="http://schemas.openxmlformats.org/officeDocument/2006/relationships/slide" Target="slides/slide35.xml"/>
  <Relationship Id="rId42" Type="http://schemas.openxmlformats.org/officeDocument/2006/relationships/slide" Target="slides/slide36.xml"/>
  <Relationship Id="rId43" Type="http://schemas.openxmlformats.org/officeDocument/2006/relationships/slide" Target="slides/slide37.xml"/>
  <Relationship Id="rId44" Type="http://schemas.openxmlformats.org/officeDocument/2006/relationships/slide" Target="slides/slide38.xml"/>
  <Relationship Id="rId45" Type="http://schemas.openxmlformats.org/officeDocument/2006/relationships/slide" Target="slides/slide39.xml"/>
  <Relationship Id="rId46" Type="http://schemas.openxmlformats.org/officeDocument/2006/relationships/slide" Target="slides/slide40.xml"/>
  <Relationship Id="rId47" Type="http://schemas.openxmlformats.org/officeDocument/2006/relationships/slide" Target="slides/slide41.xml"/>
  <Relationship Id="rId48" Type="http://schemas.openxmlformats.org/officeDocument/2006/relationships/slide" Target="slides/slide42.xml"/>
  <Relationship Id="rId49" Type="http://schemas.openxmlformats.org/officeDocument/2006/relationships/slide" Target="slides/slide43.xml"/>
  <Relationship Id="rId50" Type="http://schemas.openxmlformats.org/officeDocument/2006/relationships/slide" Target="slides/slide44.xml"/>
  <Relationship Id="rId51" Type="http://schemas.openxmlformats.org/officeDocument/2006/relationships/slide" Target="slides/slide45.xml"/>
  <Relationship Id="rId52" Type="http://schemas.openxmlformats.org/officeDocument/2006/relationships/slide" Target="slides/slide46.xml"/>
  <Relationship Id="rId53" Type="http://schemas.openxmlformats.org/officeDocument/2006/relationships/slide" Target="slides/slide47.xml"/>
  <Relationship Id="rId54" Type="http://schemas.openxmlformats.org/officeDocument/2006/relationships/slide" Target="slides/slide48.xml"/>
  <Relationship Id="rId55" Type="http://schemas.openxmlformats.org/officeDocument/2006/relationships/slide" Target="slides/slide49.xml"/>
  <Relationship Id="rId56" Type="http://schemas.openxmlformats.org/officeDocument/2006/relationships/slide" Target="slides/slide50.xml"/>
  <Relationship Id="rId57" Type="http://schemas.openxmlformats.org/officeDocument/2006/relationships/slide" Target="slides/slide51.xml"/>
  <Relationship Id="rId58" Type="http://schemas.openxmlformats.org/officeDocument/2006/relationships/slide" Target="slides/slide52.xml"/>
</Relationships>
</file>

<file path=ppt\notesMasters\_rels\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\notesMasters\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\notesSlides\_rels\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\notesSlides\_rels\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\notesSlides\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\notesSlides\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989c4621e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37989c4621e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2000" cy="6858000" type="screen16x9"/>
  <p:notesSz cx="6858000" cy="12192000"/>
</p:presentation>
</file>

<file path=ppt\slideLayouts\_rels\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\slideLayouts\_rels\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\slideLayouts\_rels\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\slideLayouts\_rels\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\slideLayouts\_rels\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\slideLayouts\_rels\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\slideLayouts\_rels\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\slideLayouts\_rels\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0"/>
          <p:cNvSpPr txBox="1">
            <a:spLocks noGrp="1"/>
          </p:cNvSpPr>
          <p:nvPr>
            <p:ph type="ctrTitle"/>
          </p:nvPr>
        </p:nvSpPr>
        <p:spPr>
          <a:xfrm>
            <a:off x="311700" y="195542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30"/>
          <p:cNvSpPr txBox="1">
            <a:spLocks noGrp="1"/>
          </p:cNvSpPr>
          <p:nvPr>
            <p:ph type="subTitle" idx="1"/>
          </p:nvPr>
        </p:nvSpPr>
        <p:spPr>
          <a:xfrm>
            <a:off x="311700" y="4029925"/>
            <a:ext cx="85206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" name="Google Shape;13;p30"/>
          <p:cNvPicPr preferRelativeResize="0"/>
          <p:nvPr/>
        </p:nvPicPr>
        <p:blipFill rotWithShape="1">
          <a:blip r:embed="rId3">
            <a:alphaModFix amt="22000"/>
          </a:blip>
          <a:srcRect t="24357"/>
          <a:stretch/>
        </p:blipFill>
        <p:spPr>
          <a:xfrm rot="5400000" flipH="1">
            <a:off x="5817212" y="1190637"/>
            <a:ext cx="2763000" cy="389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21725" y="180050"/>
            <a:ext cx="3722276" cy="1025076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0"/>
          <p:cNvSpPr txBox="1">
            <a:spLocks noGrp="1"/>
          </p:cNvSpPr>
          <p:nvPr>
            <p:ph type="subTitle" idx="2"/>
          </p:nvPr>
        </p:nvSpPr>
        <p:spPr>
          <a:xfrm>
            <a:off x="311700" y="4371500"/>
            <a:ext cx="5410500" cy="3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3"/>
          <p:cNvSpPr txBox="1">
            <a:spLocks noGrp="1"/>
          </p:cNvSpPr>
          <p:nvPr>
            <p:ph type="title"/>
          </p:nvPr>
        </p:nvSpPr>
        <p:spPr>
          <a:xfrm>
            <a:off x="311700" y="1796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3"/>
          <p:cNvSpPr txBox="1">
            <a:spLocks noGrp="1"/>
          </p:cNvSpPr>
          <p:nvPr>
            <p:ph type="body" idx="1"/>
          </p:nvPr>
        </p:nvSpPr>
        <p:spPr>
          <a:xfrm>
            <a:off x="311700" y="888150"/>
            <a:ext cx="8520600" cy="38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33"/>
          <p:cNvSpPr txBox="1">
            <a:spLocks noGrp="1"/>
          </p:cNvSpPr>
          <p:nvPr>
            <p:ph type="sldNum" idx="12"/>
          </p:nvPr>
        </p:nvSpPr>
        <p:spPr>
          <a:xfrm>
            <a:off x="125200" y="4758323"/>
            <a:ext cx="5718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" name="Google Shape;20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65339" y="4758325"/>
            <a:ext cx="1083909" cy="29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2 1">
  <p:cSld name="SECTION_TITLE_AND_DESCRIPTION_2_1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4A60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8"/>
          <p:cNvSpPr txBox="1">
            <a:spLocks noGrp="1"/>
          </p:cNvSpPr>
          <p:nvPr>
            <p:ph type="subTitle" idx="1"/>
          </p:nvPr>
        </p:nvSpPr>
        <p:spPr>
          <a:xfrm>
            <a:off x="265500" y="724075"/>
            <a:ext cx="40452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1" name="Google Shape;61;p38"/>
          <p:cNvSpPr txBox="1">
            <a:spLocks noGrp="1"/>
          </p:cNvSpPr>
          <p:nvPr>
            <p:ph type="body" idx="2"/>
          </p:nvPr>
        </p:nvSpPr>
        <p:spPr>
          <a:xfrm>
            <a:off x="4939500" y="895900"/>
            <a:ext cx="3837000" cy="31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38"/>
          <p:cNvSpPr txBox="1">
            <a:spLocks noGrp="1"/>
          </p:cNvSpPr>
          <p:nvPr>
            <p:ph type="sldNum" idx="12"/>
          </p:nvPr>
        </p:nvSpPr>
        <p:spPr>
          <a:xfrm>
            <a:off x="125200" y="4758323"/>
            <a:ext cx="5718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3" name="Google Shape;63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5400000" flipH="1">
            <a:off x="6696551" y="3929400"/>
            <a:ext cx="384400" cy="715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5400000">
            <a:off x="6696551" y="345900"/>
            <a:ext cx="384400" cy="715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white">
  <p:cSld name="MAIN_POIN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7" name="Google Shape;67;p40"/>
          <p:cNvSpPr txBox="1">
            <a:spLocks noGrp="1"/>
          </p:cNvSpPr>
          <p:nvPr>
            <p:ph type="sldNum" idx="12"/>
          </p:nvPr>
        </p:nvSpPr>
        <p:spPr>
          <a:xfrm>
            <a:off x="125200" y="4758323"/>
            <a:ext cx="5718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8" name="Google Shape;68;p4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65339" y="4758325"/>
            <a:ext cx="1083909" cy="29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41"/>
          <p:cNvPicPr preferRelativeResize="0"/>
          <p:nvPr/>
        </p:nvPicPr>
        <p:blipFill rotWithShape="1">
          <a:blip r:embed="rId2">
            <a:alphaModFix/>
          </a:blip>
          <a:srcRect l="25023" r="25018"/>
          <a:stretch/>
        </p:blipFill>
        <p:spPr>
          <a:xfrm>
            <a:off x="2100" y="-125"/>
            <a:ext cx="457200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4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2" name="Google Shape;72;p4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3" name="Google Shape;73;p4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41"/>
          <p:cNvSpPr>
            <a:spLocks noGrp="1"/>
          </p:cNvSpPr>
          <p:nvPr>
            <p:ph type="pic" idx="3"/>
          </p:nvPr>
        </p:nvSpPr>
        <p:spPr>
          <a:xfrm>
            <a:off x="4584700" y="0"/>
            <a:ext cx="4572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41"/>
          <p:cNvSpPr txBox="1">
            <a:spLocks noGrp="1"/>
          </p:cNvSpPr>
          <p:nvPr>
            <p:ph type="sldNum" idx="4"/>
          </p:nvPr>
        </p:nvSpPr>
        <p:spPr>
          <a:xfrm>
            <a:off x="125200" y="4758323"/>
            <a:ext cx="5718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7" name="Google Shape;77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65339" y="4758325"/>
            <a:ext cx="1083909" cy="29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2"/>
          <p:cNvSpPr txBox="1">
            <a:spLocks noGrp="1"/>
          </p:cNvSpPr>
          <p:nvPr>
            <p:ph type="body" idx="1"/>
          </p:nvPr>
        </p:nvSpPr>
        <p:spPr>
          <a:xfrm>
            <a:off x="299000" y="37606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0" name="Google Shape;80;p42"/>
          <p:cNvSpPr txBox="1">
            <a:spLocks noGrp="1"/>
          </p:cNvSpPr>
          <p:nvPr>
            <p:ph type="sldNum" idx="12"/>
          </p:nvPr>
        </p:nvSpPr>
        <p:spPr>
          <a:xfrm>
            <a:off x="125200" y="4758323"/>
            <a:ext cx="5718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1" name="Google Shape;81;p4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65339" y="4758325"/>
            <a:ext cx="1083909" cy="29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84" name="Google Shape;84;p4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43"/>
          <p:cNvSpPr txBox="1">
            <a:spLocks noGrp="1"/>
          </p:cNvSpPr>
          <p:nvPr>
            <p:ph type="sldNum" idx="12"/>
          </p:nvPr>
        </p:nvSpPr>
        <p:spPr>
          <a:xfrm>
            <a:off x="125200" y="4758323"/>
            <a:ext cx="5718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6" name="Google Shape;86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65339" y="4758325"/>
            <a:ext cx="1083909" cy="29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4"/>
          <p:cNvSpPr txBox="1">
            <a:spLocks noGrp="1"/>
          </p:cNvSpPr>
          <p:nvPr>
            <p:ph type="sldNum" idx="12"/>
          </p:nvPr>
        </p:nvSpPr>
        <p:spPr>
          <a:xfrm>
            <a:off x="125200" y="4758323"/>
            <a:ext cx="5718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9" name="Google Shape;89;p4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65339" y="4758325"/>
            <a:ext cx="1083909" cy="29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>
            <a:spLocks noGrp="1"/>
          </p:cNvSpPr>
          <p:nvPr>
            <p:ph type="title"/>
          </p:nvPr>
        </p:nvSpPr>
        <p:spPr>
          <a:xfrm>
            <a:off x="311700" y="1796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043"/>
              </a:buClr>
              <a:buSzPts val="2800"/>
              <a:buFont typeface="Magra"/>
              <a:buNone/>
              <a:defRPr sz="2800" b="1" i="0" u="none" strike="noStrike" cap="none">
                <a:solidFill>
                  <a:srgbClr val="4A6043"/>
                </a:solidFill>
                <a:latin typeface="Magra"/>
                <a:ea typeface="Magra"/>
                <a:cs typeface="Magra"/>
                <a:sym typeface="Mag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gra"/>
              <a:buNone/>
              <a:defRPr sz="2800" b="1" i="0" u="none" strike="noStrike" cap="none">
                <a:solidFill>
                  <a:schemeClr val="dk1"/>
                </a:solidFill>
                <a:latin typeface="Magra"/>
                <a:ea typeface="Magra"/>
                <a:cs typeface="Magra"/>
                <a:sym typeface="Mag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gra"/>
              <a:buNone/>
              <a:defRPr sz="2800" b="1" i="0" u="none" strike="noStrike" cap="none">
                <a:solidFill>
                  <a:schemeClr val="dk1"/>
                </a:solidFill>
                <a:latin typeface="Magra"/>
                <a:ea typeface="Magra"/>
                <a:cs typeface="Magra"/>
                <a:sym typeface="Mag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gra"/>
              <a:buNone/>
              <a:defRPr sz="2800" b="1" i="0" u="none" strike="noStrike" cap="none">
                <a:solidFill>
                  <a:schemeClr val="dk1"/>
                </a:solidFill>
                <a:latin typeface="Magra"/>
                <a:ea typeface="Magra"/>
                <a:cs typeface="Magra"/>
                <a:sym typeface="Mag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gra"/>
              <a:buNone/>
              <a:defRPr sz="2800" b="1" i="0" u="none" strike="noStrike" cap="none">
                <a:solidFill>
                  <a:schemeClr val="dk1"/>
                </a:solidFill>
                <a:latin typeface="Magra"/>
                <a:ea typeface="Magra"/>
                <a:cs typeface="Magra"/>
                <a:sym typeface="Mag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gra"/>
              <a:buNone/>
              <a:defRPr sz="2800" b="1" i="0" u="none" strike="noStrike" cap="none">
                <a:solidFill>
                  <a:schemeClr val="dk1"/>
                </a:solidFill>
                <a:latin typeface="Magra"/>
                <a:ea typeface="Magra"/>
                <a:cs typeface="Magra"/>
                <a:sym typeface="Mag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gra"/>
              <a:buNone/>
              <a:defRPr sz="2800" b="1" i="0" u="none" strike="noStrike" cap="none">
                <a:solidFill>
                  <a:schemeClr val="dk1"/>
                </a:solidFill>
                <a:latin typeface="Magra"/>
                <a:ea typeface="Magra"/>
                <a:cs typeface="Magra"/>
                <a:sym typeface="Mag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gra"/>
              <a:buNone/>
              <a:defRPr sz="2800" b="1" i="0" u="none" strike="noStrike" cap="none">
                <a:solidFill>
                  <a:schemeClr val="dk1"/>
                </a:solidFill>
                <a:latin typeface="Magra"/>
                <a:ea typeface="Magra"/>
                <a:cs typeface="Magra"/>
                <a:sym typeface="Mag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gra"/>
              <a:buNone/>
              <a:defRPr sz="2800" b="1" i="0" u="none" strike="noStrike" cap="none">
                <a:solidFill>
                  <a:schemeClr val="dk1"/>
                </a:solidFill>
                <a:latin typeface="Magra"/>
                <a:ea typeface="Magra"/>
                <a:cs typeface="Magra"/>
                <a:sym typeface="Magra"/>
              </a:defRPr>
            </a:lvl9pPr>
          </a:lstStyle>
          <a:p>
            <a:endParaRPr/>
          </a:p>
        </p:txBody>
      </p:sp>
      <p:sp>
        <p:nvSpPr>
          <p:cNvPr id="7" name="Google Shape;7;p29"/>
          <p:cNvSpPr txBox="1">
            <a:spLocks noGrp="1"/>
          </p:cNvSpPr>
          <p:nvPr>
            <p:ph type="body" idx="1"/>
          </p:nvPr>
        </p:nvSpPr>
        <p:spPr>
          <a:xfrm>
            <a:off x="311700" y="843650"/>
            <a:ext cx="8418300" cy="38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agra"/>
              <a:buChar char="●"/>
              <a:defRPr sz="1800" b="0" i="0" u="none" strike="noStrike" cap="none">
                <a:solidFill>
                  <a:schemeClr val="dk2"/>
                </a:solidFill>
                <a:latin typeface="Magra"/>
                <a:ea typeface="Magra"/>
                <a:cs typeface="Magra"/>
                <a:sym typeface="Magr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agra"/>
              <a:buChar char="○"/>
              <a:defRPr sz="1400" b="0" i="0" u="none" strike="noStrike" cap="none">
                <a:solidFill>
                  <a:schemeClr val="dk2"/>
                </a:solidFill>
                <a:latin typeface="Magra"/>
                <a:ea typeface="Magra"/>
                <a:cs typeface="Magra"/>
                <a:sym typeface="Magr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agra"/>
              <a:buChar char="■"/>
              <a:defRPr sz="1400" b="0" i="0" u="none" strike="noStrike" cap="none">
                <a:solidFill>
                  <a:schemeClr val="dk2"/>
                </a:solidFill>
                <a:latin typeface="Magra"/>
                <a:ea typeface="Magra"/>
                <a:cs typeface="Magra"/>
                <a:sym typeface="Magr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agra"/>
              <a:buChar char="●"/>
              <a:defRPr sz="1400" b="0" i="0" u="none" strike="noStrike" cap="none">
                <a:solidFill>
                  <a:schemeClr val="dk2"/>
                </a:solidFill>
                <a:latin typeface="Magra"/>
                <a:ea typeface="Magra"/>
                <a:cs typeface="Magra"/>
                <a:sym typeface="Magr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agra"/>
              <a:buChar char="○"/>
              <a:defRPr sz="1400" b="0" i="0" u="none" strike="noStrike" cap="none">
                <a:solidFill>
                  <a:schemeClr val="dk2"/>
                </a:solidFill>
                <a:latin typeface="Magra"/>
                <a:ea typeface="Magra"/>
                <a:cs typeface="Magra"/>
                <a:sym typeface="Magr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agra"/>
              <a:buChar char="■"/>
              <a:defRPr sz="1400" b="0" i="0" u="none" strike="noStrike" cap="none">
                <a:solidFill>
                  <a:schemeClr val="dk2"/>
                </a:solidFill>
                <a:latin typeface="Magra"/>
                <a:ea typeface="Magra"/>
                <a:cs typeface="Magra"/>
                <a:sym typeface="Magr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agra"/>
              <a:buChar char="●"/>
              <a:defRPr sz="1400" b="0" i="0" u="none" strike="noStrike" cap="none">
                <a:solidFill>
                  <a:schemeClr val="dk2"/>
                </a:solidFill>
                <a:latin typeface="Magra"/>
                <a:ea typeface="Magra"/>
                <a:cs typeface="Magra"/>
                <a:sym typeface="Magr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agra"/>
              <a:buChar char="○"/>
              <a:defRPr sz="1400" b="0" i="0" u="none" strike="noStrike" cap="none">
                <a:solidFill>
                  <a:schemeClr val="dk2"/>
                </a:solidFill>
                <a:latin typeface="Magra"/>
                <a:ea typeface="Magra"/>
                <a:cs typeface="Magra"/>
                <a:sym typeface="Magr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agra"/>
              <a:buChar char="■"/>
              <a:defRPr sz="1400" b="0" i="0" u="none" strike="noStrike" cap="none">
                <a:solidFill>
                  <a:schemeClr val="dk2"/>
                </a:solidFill>
                <a:latin typeface="Magra"/>
                <a:ea typeface="Magra"/>
                <a:cs typeface="Magra"/>
                <a:sym typeface="Magra"/>
              </a:defRPr>
            </a:lvl9pPr>
          </a:lstStyle>
          <a:p>
            <a:endParaRPr/>
          </a:p>
        </p:txBody>
      </p:sp>
      <p:sp>
        <p:nvSpPr>
          <p:cNvPr id="8" name="Google Shape;8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59">
          <p15:clr>
            <a:srgbClr val="E46962"/>
          </p15:clr>
        </p15:guide>
        <p15:guide id="2" pos="5499">
          <p15:clr>
            <a:srgbClr val="E46962"/>
          </p15:clr>
        </p15:guide>
      </p15:sldGuideLst>
    </p:ext>
  </p:extLst>
</p:sldMaster>
</file>

<file path=ppt\slides\_rels\slide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.png"/>
</Relationships>
</file>

<file path=ppt\slides\_rels\slide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.png"/>
</Relationships>
</file>

<file path=ppt\slides\_rels\slide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.png"/>
</Relationships>
</file>

<file path=ppt\slides\_rels\slide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.png"/>
</Relationships>
</file>

<file path=ppt\slides\_rels\slide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5.png"/>
</Relationships>
</file>

<file path=ppt\slides\_rels\slide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6.png"/>
</Relationships>
</file>

<file path=ppt\slides\_rels\slide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7.png"/>
</Relationships>
</file>

<file path=ppt\slides\_rels\slide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8.png"/>
</Relationships>
</file>

<file path=ppt\slides\_rels\slide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9.png"/>
</Relationships>
</file>

<file path=ppt\slides\_rels\slide1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0.png"/>
</Relationships>
</file>

<file path=ppt\slides\_rels\slide1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1.png"/>
</Relationships>
</file>

<file path=ppt\slides\_rels\slide1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2.png"/>
</Relationships>
</file>

<file path=ppt\slides\_rels\slide1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3.png"/>
</Relationships>
</file>

<file path=ppt\slides\_rels\slide1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4.png"/>
</Relationships>
</file>

<file path=ppt\slides\_rels\slide1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5.png"/>
</Relationships>
</file>

<file path=ppt\slides\_rels\slide1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6.png"/>
</Relationships>
</file>

<file path=ppt\slides\_rels\slide1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7.png"/>
</Relationships>
</file>

<file path=ppt\slides\_rels\slide1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8.png"/>
</Relationships>
</file>

<file path=ppt\slides\_rels\slide1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19.png"/>
</Relationships>
</file>

<file path=ppt\slides\_rels\slide2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0.png"/>
</Relationships>
</file>

<file path=ppt\slides\_rels\slide2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1.png"/>
</Relationships>
</file>

<file path=ppt\slides\_rels\slide2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2.png"/>
</Relationships>
</file>

<file path=ppt\slides\_rels\slide2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3.png"/>
</Relationships>
</file>

<file path=ppt\slides\_rels\slide2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4.png"/>
</Relationships>
</file>

<file path=ppt\slides\_rels\slide2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5.png"/>
</Relationships>
</file>

<file path=ppt\slides\_rels\slide2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6.png"/>
</Relationships>
</file>

<file path=ppt\slides\_rels\slide2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7.png"/>
</Relationships>
</file>

<file path=ppt\slides\_rels\slide2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8.png"/>
</Relationships>
</file>

<file path=ppt\slides\_rels\slide2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29.png"/>
</Relationships>
</file>

<file path=ppt\slides\_rels\slide3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0.png"/>
</Relationships>
</file>

<file path=ppt\slides\_rels\slide3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1.png"/>
</Relationships>
</file>

<file path=ppt\slides\_rels\slide3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2.png"/>
</Relationships>
</file>

<file path=ppt\slides\_rels\slide3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3.png"/>
</Relationships>
</file>

<file path=ppt\slides\_rels\slide3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4.png"/>
</Relationships>
</file>

<file path=ppt\slides\_rels\slide3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5.png"/>
</Relationships>
</file>

<file path=ppt\slides\_rels\slide3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6.png"/>
</Relationships>
</file>

<file path=ppt\slides\_rels\slide3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7.png"/>
</Relationships>
</file>

<file path=ppt\slides\_rels\slide3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8.png"/>
</Relationships>
</file>

<file path=ppt\slides\_rels\slide3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39.png"/>
</Relationships>
</file>

<file path=ppt\slides\_rels\slide4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0.png"/>
</Relationships>
</file>

<file path=ppt\slides\_rels\slide4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1.png"/>
</Relationships>
</file>

<file path=ppt\slides\_rels\slide4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2.png"/>
</Relationships>
</file>

<file path=ppt\slides\_rels\slide4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3.png"/>
</Relationships>
</file>

<file path=ppt\slides\_rels\slide4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4.png"/>
</Relationships>
</file>

<file path=ppt\slides\_rels\slide4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5.png"/>
</Relationships>
</file>

<file path=ppt\slides\_rels\slide4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6.png"/>
</Relationships>
</file>

<file path=ppt\slides\_rels\slide4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7.png"/>
</Relationships>
</file>

<file path=ppt\slides\_rels\slide4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8.png"/>
</Relationships>
</file>

<file path=ppt\slides\_rels\slide4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49.png"/>
</Relationships>
</file>

<file path=ppt\slides\_rels\slide5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50.png"/>
</Relationships>
</file>

<file path=ppt\slides\_rels\slide5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51.png"/>
</Relationships>
</file>

<file path=ppt\slides\_rels\slide5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slide_52.png"/>
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3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4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5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5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slides\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 5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Lst/>
  </p:clrMapOvr>
</p:sld>
</file>

<file path=ppt\tableStyles.xml><?xml version="1.0" encoding="utf-8"?>
<a:tblStyleLst xmlns:a="http://schemas.openxmlformats.org/drawingml/2006/main" def="{34166146-995F-4E71-A329-6CD7E3E1F1C6}">
  <a:tblStyle styleId="{34166146-995F-4E71-A329-6CD7E3E1F1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C1A3F5C1-4039-4CAB-8353-CF0DABE9C2B5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\theme\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\theme\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